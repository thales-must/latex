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</p:sldMasterIdLst>
  <p:notesMasterIdLst>
    <p:notesMasterId r:id="rId25"/>
  </p:notesMasterIdLst>
  <p:handoutMasterIdLst>
    <p:handoutMasterId r:id="rId26"/>
  </p:handoutMasterIdLst>
  <p:sldIdLst>
    <p:sldId id="256" r:id="rId5"/>
    <p:sldId id="366" r:id="rId6"/>
    <p:sldId id="345" r:id="rId7"/>
    <p:sldId id="371" r:id="rId8"/>
    <p:sldId id="375" r:id="rId9"/>
    <p:sldId id="372" r:id="rId10"/>
    <p:sldId id="373" r:id="rId11"/>
    <p:sldId id="376" r:id="rId12"/>
    <p:sldId id="374" r:id="rId13"/>
    <p:sldId id="378" r:id="rId14"/>
    <p:sldId id="391" r:id="rId15"/>
    <p:sldId id="380" r:id="rId16"/>
    <p:sldId id="379" r:id="rId17"/>
    <p:sldId id="381" r:id="rId18"/>
    <p:sldId id="385" r:id="rId19"/>
    <p:sldId id="386" r:id="rId20"/>
    <p:sldId id="390" r:id="rId21"/>
    <p:sldId id="388" r:id="rId22"/>
    <p:sldId id="392" r:id="rId23"/>
    <p:sldId id="272" r:id="rId2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FF0000"/>
    <a:srgbClr val="FF33CC"/>
    <a:srgbClr val="000000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4" autoAdjust="0"/>
    <p:restoredTop sz="95604" autoAdjust="0"/>
  </p:normalViewPr>
  <p:slideViewPr>
    <p:cSldViewPr>
      <p:cViewPr varScale="1">
        <p:scale>
          <a:sx n="105" d="100"/>
          <a:sy n="105" d="100"/>
        </p:scale>
        <p:origin x="46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57B592-DB56-F314-752B-EB478794D6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57A5FE-6785-BDD0-D666-5C07CB3FF8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9149F5-80B8-2904-5043-AF61DDA170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63988E-55D7-9C7C-F671-62CDCA6573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622E1D23-1C60-4E70-B6E4-C9CDFE432B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687A461-DFA6-2B5B-1DAB-EAB09436F0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8BDB52-32C7-4C45-6630-3DF744FA84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C1A1F4E-97D3-3715-2891-E016D8C96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5465CF2-FD2F-AC0C-3428-9A70EAA62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EDDAD5-F729-B33A-4131-C9777E290F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DEA944-FADA-D685-389F-DC7A17AA6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1200"/>
            </a:lvl1pPr>
          </a:lstStyle>
          <a:p>
            <a:pPr>
              <a:defRPr/>
            </a:pPr>
            <a:fld id="{69B4C6F8-FDA7-46E8-926D-EC05B64982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737F9E04-864C-350E-A047-22B736D38AD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A61B7158-527F-26C9-F32C-F6FA725C73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87E1E57B-1E3E-C7D3-13E6-DEBC4D6FBA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C5E798A3-BD39-4C84-B2D9-58F8BD1CD11C}" type="slidenum">
              <a:rPr lang="zh-CN" altLang="en-US" sz="1800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</a:t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51D8D1B-7CAA-8E40-F1BE-A3FC340A65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BF54E11-BA31-1B83-7FC6-1DB658779B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D0997D4-5B77-3FBA-5FFB-EC03C0760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AE3E60EF-29AF-4C93-B112-1AEDDC44C48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3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51D8D1B-7CAA-8E40-F1BE-A3FC340A65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BF54E11-BA31-1B83-7FC6-1DB658779B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D0997D4-5B77-3FBA-5FFB-EC03C0760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AE3E60EF-29AF-4C93-B112-1AEDDC44C48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24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01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749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51D8D1B-7CAA-8E40-F1BE-A3FC340A65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BF54E11-BA31-1B83-7FC6-1DB658779B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D0997D4-5B77-3FBA-5FFB-EC03C0760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AE3E60EF-29AF-4C93-B112-1AEDDC44C48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8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0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757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10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99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11E4-8F43-2DCC-5587-F826CF8C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4897F877-403D-2502-DC13-F4C28E70DEC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95A14A3B-D7CB-EA7A-DC12-9BD9D9EEE5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B0E661C6-EC5A-1606-CD73-8FAFB09693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801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51D8D1B-7CAA-8E40-F1BE-A3FC340A65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BF54E11-BA31-1B83-7FC6-1DB658779B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D0997D4-5B77-3FBA-5FFB-EC03C0760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AE3E60EF-29AF-4C93-B112-1AEDDC44C48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477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13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309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1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51D8D1B-7CAA-8E40-F1BE-A3FC340A65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BF54E11-BA31-1B83-7FC6-1DB658779B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D0997D4-5B77-3FBA-5FFB-EC03C0760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AE3E60EF-29AF-4C93-B112-1AEDDC44C48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272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8F722D23-B63A-48F6-69FC-A10DCA7091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7D6596A5-64B2-82BD-C4CE-74E3B732A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9AF6A69-FDF6-D1FB-BE8D-0E4FCD890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35325AFA-E8E9-435A-9557-96249DC7300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408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51D8D1B-7CAA-8E40-F1BE-A3FC340A65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6BF54E11-BA31-1B83-7FC6-1DB658779B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BD0997D4-5B77-3FBA-5FFB-EC03C07606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AE3E60EF-29AF-4C93-B112-1AEDDC44C48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099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52486A27-84BC-3DB0-A77A-EE328850F4B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D9AEA13E-254C-2262-B62C-31CD7E08C1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912CF22A-D0D0-ACF6-372B-2B1BFC6BA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F2381C79-D7A9-4EC1-95FD-08614240149B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18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280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E674-9C24-514F-3398-EE919675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D0E51B4F-A7AD-0AA8-A6F2-59FF1C9ABF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BDD8414C-A4B5-ECB4-BDC5-AF9DE38A00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808A2163-E4DF-5576-EF05-958A5AF23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fld id="{F2381C79-D7A9-4EC1-95FD-08614240149B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20000"/>
                </a:spcBef>
              </a:pPr>
              <a:t>19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38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4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784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56CA92AD-4839-210D-4AF7-4AE6127799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26D7D847-3BD4-F66B-2220-E9BCE4937E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6B2BDC53-5137-7C81-2E59-B1509CAC65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36CC6-06F9-4097-92A0-14C605A439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979995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1A2FC3D-02E7-4E5D-0ACD-87F3B59C51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AC5918-4C03-6FF0-7EC4-B72F09694E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C3B5C-6E80-443F-9990-1837B06DFE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D4A4EE5-F76B-8454-24A7-7D02B20BDF7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953023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D4C8D1-7BCA-0F58-9CF8-D291EFE291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22FCBD-5193-0A3E-F11F-E04F5B8272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2BC1E-39F7-4CE0-AA8F-68A84EDB23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ECE2D8E7-D040-C26F-CD42-09E0DBD3BB4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57397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60CA25-40D0-B6B2-C5E2-41C4E61EAB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624B4C-352B-2B20-2EF8-BE231EDA18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6FCF2-2618-4640-AF98-119A28308E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A5D35D51-B867-B227-6E1C-FECA770DB7A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84466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9FA98D-AF2B-17A0-7DE1-6FD55A3994E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461D9C4-3300-7B40-F7DE-2BFE3D63F0A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70100-50E0-47DE-A62C-AFDFBF1AE6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F3C9235B-18B1-A23B-B9C9-7E019FE1079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214336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2BE64-D751-F1E5-CD87-E2F295EB9C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9DE8E7-E3EF-19F1-323C-A1A424E77C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A60F4-9E61-4A02-BC72-11F427E972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E3E23F1-8522-BF7A-BFA5-4B827C50001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029981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9CE469F-0F07-3A79-B502-E080413D699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C002534-217A-115D-0A7D-5AD4806AC8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33388-32B3-4D64-97EC-6FC56EE467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1FE5247-C0E9-C0EC-A9D5-9D3D4437846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3160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9AAA29-8650-8587-EDDB-7E0D489358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B4F529-D16B-8617-5A76-5C0F96B3D5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C6C48-5448-4A3F-B9D5-A38AA80017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84BBDFA-2FB1-1DB5-3CA9-F186A611D4A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10726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184E71-B8BA-7A2A-E0F3-0F76837E744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CB7D9E-08A3-F246-F336-6DD496C00A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ECFFD-16A2-4FD2-AD87-091545846F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A38310AE-1DFA-79A1-5572-7C8B480637A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6247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E3B0C6-930E-7CE7-BC0E-CB02C93B3D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34EF37-E8AB-8C2C-E1A1-AD3C4C74B6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A52EF-F0B4-4966-805F-D38C4C3E1F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056F74C-9BC1-C46C-1359-B44CFB3BD9A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161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72300" y="908050"/>
            <a:ext cx="2171700" cy="4959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362700" cy="4959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B836922-6859-094E-3223-895D52B4E8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6454B88-69C0-2FE2-854D-882ED409AA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EC35B-5914-40ED-B98F-B95D256462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FE67D45-0652-888A-F8CC-AF529B7C932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41359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908050"/>
            <a:ext cx="8229600" cy="9207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420B7F4-4AB2-05FC-E8E1-9DA26CA06B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8C57CC-0454-0E58-446F-FB0C0345F5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26228-77CD-45BE-9916-5A98206A15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9D62710-F4ED-B28E-AA5E-7F24CBD3E99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367169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908050"/>
            <a:ext cx="8229600" cy="9207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96EF49-D979-C7DA-DE3B-B4FF40BCDA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3E92C16-0CEB-9663-9784-068C5C262D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D4264-C949-4731-84DD-26A943727B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AA3BD7B4-3CA0-780B-712B-0C1A69C873F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57936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CD397BB8-B3FF-F755-A226-7388F1D35B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42B0100-0B24-5272-B082-5C4C8FA4DF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97477873-D432-464D-9D41-1B527F0984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>
            <a:extLst>
              <a:ext uri="{FF2B5EF4-FFF2-40B4-BE49-F238E27FC236}">
                <a16:creationId xmlns:a16="http://schemas.microsoft.com/office/drawing/2014/main" id="{8CB47D83-570D-FDA0-8FAE-5D06F8FC87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908050"/>
            <a:ext cx="82296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>
            <a:extLst>
              <a:ext uri="{FF2B5EF4-FFF2-40B4-BE49-F238E27FC236}">
                <a16:creationId xmlns:a16="http://schemas.microsoft.com/office/drawing/2014/main" id="{1076F992-89A7-D73D-EC54-98E0522036D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6816" name="Rectangle 16">
            <a:extLst>
              <a:ext uri="{FF2B5EF4-FFF2-40B4-BE49-F238E27FC236}">
                <a16:creationId xmlns:a16="http://schemas.microsoft.com/office/drawing/2014/main" id="{47BEDE49-E207-8C09-83BD-87BD593DFD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pic>
        <p:nvPicPr>
          <p:cNvPr id="1031" name="Picture 18">
            <a:extLst>
              <a:ext uri="{FF2B5EF4-FFF2-40B4-BE49-F238E27FC236}">
                <a16:creationId xmlns:a16="http://schemas.microsoft.com/office/drawing/2014/main" id="{C25FD679-AA33-1C3F-A59B-0BAD6E3E6D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6961187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  <p:sldLayoutId id="2147484029" r:id="rId12"/>
    <p:sldLayoutId id="2147484030" r:id="rId13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7C0130B-F299-3A9F-A9F9-43E16D1DC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062038"/>
            <a:ext cx="8856662" cy="4959350"/>
          </a:xfrm>
        </p:spPr>
        <p:txBody>
          <a:bodyPr/>
          <a:lstStyle/>
          <a:p>
            <a:pPr algn="ctr" eaLnBrk="1" hangingPunct="1">
              <a:lnSpc>
                <a:spcPct val="200000"/>
              </a:lnSpc>
            </a:pPr>
            <a:r>
              <a:rPr lang="zh-CN" altLang="en-US" b="1" dirty="0"/>
              <a:t>玩转</a:t>
            </a:r>
            <a:r>
              <a:rPr lang="en-US" altLang="zh-CN" b="1" dirty="0" err="1"/>
              <a:t>LaTex</a:t>
            </a:r>
            <a:r>
              <a:rPr lang="zh-CN" altLang="en-US" b="1" dirty="0"/>
              <a:t>，高效写论文</a:t>
            </a:r>
            <a:br>
              <a:rPr lang="en-US" altLang="zh-CN" b="1" dirty="0"/>
            </a:br>
            <a:r>
              <a:rPr lang="zh-CN" altLang="en-US" b="1" dirty="0"/>
              <a:t>姜泰</a:t>
            </a:r>
            <a:br>
              <a:rPr lang="en-US" altLang="zh-CN" sz="2800" b="1" dirty="0">
                <a:ea typeface="华文宋体" panose="02010600040101010101" pitchFamily="2" charset="-122"/>
              </a:rPr>
            </a:br>
            <a:r>
              <a:rPr lang="en-GB" altLang="zh-CN" sz="2400" dirty="0"/>
              <a:t>2025</a:t>
            </a:r>
            <a:r>
              <a:rPr lang="en-US" altLang="zh-CN" sz="2400" dirty="0"/>
              <a:t>-12-17</a:t>
            </a:r>
            <a:endParaRPr lang="en-GB" altLang="zh-CN" sz="2400" dirty="0"/>
          </a:p>
        </p:txBody>
      </p:sp>
      <p:pic>
        <p:nvPicPr>
          <p:cNvPr id="17411" name="Picture 6" descr="澳门科技大学">
            <a:extLst>
              <a:ext uri="{FF2B5EF4-FFF2-40B4-BE49-F238E27FC236}">
                <a16:creationId xmlns:a16="http://schemas.microsoft.com/office/drawing/2014/main" id="{48CD5A48-509C-C644-FA11-942809AA3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850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62068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37040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LaTex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中有很多技巧可以让我们得开发更顺畅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AE190AB-D721-04C0-7F64-5B00F6625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431540" y="1641932"/>
            <a:ext cx="8280920" cy="4941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29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澳门科技大学">
            <a:extLst>
              <a:ext uri="{FF2B5EF4-FFF2-40B4-BE49-F238E27FC236}">
                <a16:creationId xmlns:a16="http://schemas.microsoft.com/office/drawing/2014/main" id="{3D175D0D-2996-BEA3-FB51-5C4F7D7C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2">
            <a:extLst>
              <a:ext uri="{FF2B5EF4-FFF2-40B4-BE49-F238E27FC236}">
                <a16:creationId xmlns:a16="http://schemas.microsoft.com/office/drawing/2014/main" id="{585BE0AB-98ED-439E-3910-767F389C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773238"/>
            <a:ext cx="3147015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编译原理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自定义命令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自定义命令包裹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条件处理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论文修改版与正式版的切换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629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澳门科技大学">
            <a:extLst>
              <a:ext uri="{FF2B5EF4-FFF2-40B4-BE49-F238E27FC236}">
                <a16:creationId xmlns:a16="http://schemas.microsoft.com/office/drawing/2014/main" id="{3D175D0D-2996-BEA3-FB51-5C4F7D7C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2">
            <a:extLst>
              <a:ext uri="{FF2B5EF4-FFF2-40B4-BE49-F238E27FC236}">
                <a16:creationId xmlns:a16="http://schemas.microsoft.com/office/drawing/2014/main" id="{585BE0AB-98ED-439E-3910-767F389C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2636912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编译原理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234062"/>
      </p:ext>
    </p:extLst>
  </p:cSld>
  <p:clrMapOvr>
    <a:masterClrMapping/>
  </p:clrMapOvr>
  <p:transition advTm="629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62068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45927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LaTex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是一种文本标记语言，与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Markdown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内容占位符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0BD44414-079D-5C7C-5411-25F5273F3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558931" y="1981200"/>
            <a:ext cx="8026137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6138352"/>
      </p:ext>
    </p:extLst>
  </p:cSld>
  <p:clrMapOvr>
    <a:masterClrMapping/>
  </p:clrMapOvr>
  <p:transition advTm="629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83869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48526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头文件中一般确定加载了相应的组件以及使用了相应的风格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24FC0D7A-8A7F-864C-0719-D461557E5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914400" y="1981200"/>
            <a:ext cx="7315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93066"/>
      </p:ext>
    </p:extLst>
  </p:cSld>
  <p:clrMapOvr>
    <a:masterClrMapping/>
  </p:clrMapOvr>
  <p:transition advTm="629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62068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42087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编译的过程实际上跟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或者其他语言基本一样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470F07D3-9090-6452-4F35-3DEF87827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802886" y="1981200"/>
            <a:ext cx="5538228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7367352"/>
      </p:ext>
    </p:extLst>
  </p:cSld>
  <p:clrMapOvr>
    <a:masterClrMapping/>
  </p:clrMapOvr>
  <p:transition advTm="629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澳门科技大学">
            <a:extLst>
              <a:ext uri="{FF2B5EF4-FFF2-40B4-BE49-F238E27FC236}">
                <a16:creationId xmlns:a16="http://schemas.microsoft.com/office/drawing/2014/main" id="{3D175D0D-2996-BEA3-FB51-5C4F7D7C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2">
            <a:extLst>
              <a:ext uri="{FF2B5EF4-FFF2-40B4-BE49-F238E27FC236}">
                <a16:creationId xmlns:a16="http://schemas.microsoft.com/office/drawing/2014/main" id="{585BE0AB-98ED-439E-3910-767F389C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2636912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自定义命令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1164113"/>
      </p:ext>
    </p:extLst>
  </p:cSld>
  <p:clrMapOvr>
    <a:masterClrMapping/>
  </p:clrMapOvr>
  <p:transition advTm="629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10567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基本语法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30572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在头位置可以专门自行定义一个命令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内容占位符 3" descr="文本, 信件&#10;&#10;AI 生成的内容可能不正确。">
            <a:extLst>
              <a:ext uri="{FF2B5EF4-FFF2-40B4-BE49-F238E27FC236}">
                <a16:creationId xmlns:a16="http://schemas.microsoft.com/office/drawing/2014/main" id="{14036B77-2DE7-DDD6-DC99-E3CD43CE5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996510" y="1981200"/>
            <a:ext cx="7150979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8582529"/>
      </p:ext>
    </p:extLst>
  </p:cSld>
  <p:clrMapOvr>
    <a:masterClrMapping/>
  </p:clrMapOvr>
  <p:transition advTm="629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74892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416357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newcommand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{\email}[1]{\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{mailto:#1}{#1}}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这个命令，可以参数反复使用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形状&#10;&#10;AI 生成的内容可能不正确。">
            <a:extLst>
              <a:ext uri="{FF2B5EF4-FFF2-40B4-BE49-F238E27FC236}">
                <a16:creationId xmlns:a16="http://schemas.microsoft.com/office/drawing/2014/main" id="{3BB3ABC1-152D-3EFE-0C0F-2C712775C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457200" y="2991496"/>
            <a:ext cx="8229600" cy="186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766874"/>
      </p:ext>
    </p:extLst>
  </p:cSld>
  <p:clrMapOvr>
    <a:masterClrMapping/>
  </p:clrMapOvr>
  <p:transition advTm="629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94BB-BE19-276E-CBA5-347048C8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B0C532FB-9424-310F-AC72-0CB794B49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E079CA68-F0BF-FF78-BA7A-D863DDC2B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74892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324CCAE0-F600-4738-B4BB-ADD987D6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496097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newcommand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{\highlight}[2][yellow]{\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colorbox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{#1}{#2}}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这里定义了两个变量，第一个变量赋了缺省值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内容占位符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4B3DCDE-B33D-33A4-B693-60A20F516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457200" y="2445929"/>
            <a:ext cx="8229600" cy="2956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583253"/>
      </p:ext>
    </p:extLst>
  </p:cSld>
  <p:clrMapOvr>
    <a:masterClrMapping/>
  </p:clrMapOvr>
  <p:transition advTm="629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澳门科技大学">
            <a:extLst>
              <a:ext uri="{FF2B5EF4-FFF2-40B4-BE49-F238E27FC236}">
                <a16:creationId xmlns:a16="http://schemas.microsoft.com/office/drawing/2014/main" id="{3D175D0D-2996-BEA3-FB51-5C4F7D7C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2">
            <a:extLst>
              <a:ext uri="{FF2B5EF4-FFF2-40B4-BE49-F238E27FC236}">
                <a16:creationId xmlns:a16="http://schemas.microsoft.com/office/drawing/2014/main" id="{585BE0AB-98ED-439E-3910-767F389C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2636912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自定义命令包裹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5678858"/>
      </p:ext>
    </p:extLst>
  </p:cSld>
  <p:clrMapOvr>
    <a:masterClrMapping/>
  </p:clrMapOvr>
  <p:transition advTm="629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171072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设置开始与结尾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477566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很多的命令是由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开头，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结尾，是一个成对的命令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所以需要设置一个开头，也需要设置一个与之对应的结尾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内容占位符 7" descr="文本, 信件&#10;&#10;AI 生成的内容可能不正确。">
            <a:extLst>
              <a:ext uri="{FF2B5EF4-FFF2-40B4-BE49-F238E27FC236}">
                <a16:creationId xmlns:a16="http://schemas.microsoft.com/office/drawing/2014/main" id="{1F72B291-0E2D-0EBE-3BCE-6643F2654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857714" y="2867157"/>
            <a:ext cx="5428571" cy="2114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120537"/>
      </p:ext>
    </p:extLst>
  </p:cSld>
  <p:clrMapOvr>
    <a:masterClrMapping/>
  </p:clrMapOvr>
  <p:transition advTm="629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192873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一个命令包含多行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30572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可以设置一个命令，把多行包含起来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内容占位符 6" descr="文本, 信件&#10;&#10;AI 生成的内容可能不正确。">
            <a:extLst>
              <a:ext uri="{FF2B5EF4-FFF2-40B4-BE49-F238E27FC236}">
                <a16:creationId xmlns:a16="http://schemas.microsoft.com/office/drawing/2014/main" id="{68A7F364-F3EC-A3F6-3E67-88AE0C2EB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92950" y="1842801"/>
            <a:ext cx="3171429" cy="185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6C726D7-DDDD-537F-2DFF-AE1C00A05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944" y="2132856"/>
            <a:ext cx="5028571" cy="1057143"/>
          </a:xfrm>
          <a:prstGeom prst="rect">
            <a:avLst/>
          </a:prstGeom>
        </p:spPr>
      </p:pic>
      <p:pic>
        <p:nvPicPr>
          <p:cNvPr id="11" name="图片 10" descr="文本, 信件&#10;&#10;AI 生成的内容可能不正确。">
            <a:extLst>
              <a:ext uri="{FF2B5EF4-FFF2-40B4-BE49-F238E27FC236}">
                <a16:creationId xmlns:a16="http://schemas.microsoft.com/office/drawing/2014/main" id="{F3709AB6-7FD2-AF77-6986-78D7AC983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229" y="4437112"/>
            <a:ext cx="5114286" cy="1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61297"/>
      </p:ext>
    </p:extLst>
  </p:cSld>
  <p:clrMapOvr>
    <a:masterClrMapping/>
  </p:clrMapOvr>
  <p:transition advTm="629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澳门科技大学">
            <a:extLst>
              <a:ext uri="{FF2B5EF4-FFF2-40B4-BE49-F238E27FC236}">
                <a16:creationId xmlns:a16="http://schemas.microsoft.com/office/drawing/2014/main" id="{3D175D0D-2996-BEA3-FB51-5C4F7D7C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2">
            <a:extLst>
              <a:ext uri="{FF2B5EF4-FFF2-40B4-BE49-F238E27FC236}">
                <a16:creationId xmlns:a16="http://schemas.microsoft.com/office/drawing/2014/main" id="{585BE0AB-98ED-439E-3910-767F389C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2636912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条件处理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4227316"/>
      </p:ext>
    </p:extLst>
  </p:cSld>
  <p:clrMapOvr>
    <a:masterClrMapping/>
  </p:clrMapOvr>
  <p:transition advTm="629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6" descr="澳门科技大学">
            <a:extLst>
              <a:ext uri="{FF2B5EF4-FFF2-40B4-BE49-F238E27FC236}">
                <a16:creationId xmlns:a16="http://schemas.microsoft.com/office/drawing/2014/main" id="{213DBD64-F5A1-8450-E194-10CD93DB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文本框 2">
            <a:extLst>
              <a:ext uri="{FF2B5EF4-FFF2-40B4-BE49-F238E27FC236}">
                <a16:creationId xmlns:a16="http://schemas.microsoft.com/office/drawing/2014/main" id="{13F2AA94-528C-7A2E-B630-875CE1A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10567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定义条件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60" name="文本框 4">
            <a:extLst>
              <a:ext uri="{FF2B5EF4-FFF2-40B4-BE49-F238E27FC236}">
                <a16:creationId xmlns:a16="http://schemas.microsoft.com/office/drawing/2014/main" id="{283E0546-F5F9-752E-6428-B446A158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35269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可以定义一个变量，然后用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来做分段处理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内容占位符 3" descr="文本&#10;&#10;AI 生成的内容可能不正确。">
            <a:extLst>
              <a:ext uri="{FF2B5EF4-FFF2-40B4-BE49-F238E27FC236}">
                <a16:creationId xmlns:a16="http://schemas.microsoft.com/office/drawing/2014/main" id="{250A4283-1EF4-5C77-C06A-46341FD19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2990248" y="1981200"/>
            <a:ext cx="316350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234560"/>
      </p:ext>
    </p:extLst>
  </p:cSld>
  <p:clrMapOvr>
    <a:masterClrMapping/>
  </p:clrMapOvr>
  <p:transition advTm="629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澳门科技大学">
            <a:extLst>
              <a:ext uri="{FF2B5EF4-FFF2-40B4-BE49-F238E27FC236}">
                <a16:creationId xmlns:a16="http://schemas.microsoft.com/office/drawing/2014/main" id="{3D175D0D-2996-BEA3-FB51-5C4F7D7C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2">
            <a:extLst>
              <a:ext uri="{FF2B5EF4-FFF2-40B4-BE49-F238E27FC236}">
                <a16:creationId xmlns:a16="http://schemas.microsoft.com/office/drawing/2014/main" id="{585BE0AB-98ED-439E-3910-767F389C8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2636912"/>
            <a:ext cx="44935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论文修改版与正式版的切换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0149238"/>
      </p:ext>
    </p:extLst>
  </p:cSld>
  <p:clrMapOvr>
    <a:masterClrMapping/>
  </p:clrMapOvr>
  <p:transition advTm="629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6" descr="澳门科技大学">
            <a:extLst>
              <a:ext uri="{FF2B5EF4-FFF2-40B4-BE49-F238E27FC236}">
                <a16:creationId xmlns:a16="http://schemas.microsoft.com/office/drawing/2014/main" id="{7C4CE0E2-6E4B-356A-8C97-2CB3D2ABC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文本框 2">
            <a:extLst>
              <a:ext uri="{FF2B5EF4-FFF2-40B4-BE49-F238E27FC236}">
                <a16:creationId xmlns:a16="http://schemas.microsoft.com/office/drawing/2014/main" id="{9490E0CA-C437-ACE5-5BEF-00705E315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83869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标记版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08" name="文本框 4">
            <a:extLst>
              <a:ext uri="{FF2B5EF4-FFF2-40B4-BE49-F238E27FC236}">
                <a16:creationId xmlns:a16="http://schemas.microsoft.com/office/drawing/2014/main" id="{C3C83F84-A231-8ED9-5607-A0E2D15D1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38763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只要设置标记为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，就回生成带标记的论文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内容占位符 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CB245ECB-352E-EAE3-A5AA-844899E47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457200" y="2578385"/>
            <a:ext cx="8229600" cy="269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7197372"/>
      </p:ext>
    </p:extLst>
  </p:cSld>
  <p:clrMapOvr>
    <a:masterClrMapping/>
  </p:clrMapOvr>
  <p:transition advTm="629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91BA-F64B-5915-2E17-6B53F908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6" descr="澳门科技大学">
            <a:extLst>
              <a:ext uri="{FF2B5EF4-FFF2-40B4-BE49-F238E27FC236}">
                <a16:creationId xmlns:a16="http://schemas.microsoft.com/office/drawing/2014/main" id="{3CCE32CB-6AD2-8DE6-CA69-3081B81D4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文本框 2">
            <a:extLst>
              <a:ext uri="{FF2B5EF4-FFF2-40B4-BE49-F238E27FC236}">
                <a16:creationId xmlns:a16="http://schemas.microsoft.com/office/drawing/2014/main" id="{938724B4-141B-8BAF-73A2-304B051E7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2100"/>
            <a:ext cx="83869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纯净版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08" name="文本框 4">
            <a:extLst>
              <a:ext uri="{FF2B5EF4-FFF2-40B4-BE49-F238E27FC236}">
                <a16:creationId xmlns:a16="http://schemas.microsoft.com/office/drawing/2014/main" id="{C8657760-D502-F1D8-2D4C-EB0DBA56F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150938"/>
            <a:ext cx="36327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只要设置标记为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，就回生成纯净的论文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内容占位符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9134014-A5E4-E971-F89D-662A81656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457200" y="2555499"/>
            <a:ext cx="8229600" cy="273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4762700"/>
      </p:ext>
    </p:extLst>
  </p:cSld>
  <p:clrMapOvr>
    <a:masterClrMapping/>
  </p:clrMapOvr>
  <p:transition advTm="629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灯片编号占位符 3">
            <a:extLst>
              <a:ext uri="{FF2B5EF4-FFF2-40B4-BE49-F238E27FC236}">
                <a16:creationId xmlns:a16="http://schemas.microsoft.com/office/drawing/2014/main" id="{20421180-93A8-E8B3-889F-12DCB515F1D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1200" dirty="0">
              <a:latin typeface="Arial Black" panose="020B0A04020102020204" pitchFamily="34" charset="0"/>
            </a:endParaRPr>
          </a:p>
        </p:txBody>
      </p:sp>
      <p:pic>
        <p:nvPicPr>
          <p:cNvPr id="74756" name="Picture 6" descr="澳门科技大学">
            <a:extLst>
              <a:ext uri="{FF2B5EF4-FFF2-40B4-BE49-F238E27FC236}">
                <a16:creationId xmlns:a16="http://schemas.microsoft.com/office/drawing/2014/main" id="{64DD2FDA-1E18-3BD2-E9D7-B28318279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15888"/>
            <a:ext cx="2895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FD9B0E5-CA37-71A8-66F3-F73750598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35" y="1196752"/>
            <a:ext cx="6857694" cy="4876906"/>
          </a:xfrm>
          <a:prstGeom prst="rect">
            <a:avLst/>
          </a:prstGeom>
        </p:spPr>
      </p:pic>
      <p:sp>
        <p:nvSpPr>
          <p:cNvPr id="74754" name="Rectangle 6">
            <a:extLst>
              <a:ext uri="{FF2B5EF4-FFF2-40B4-BE49-F238E27FC236}">
                <a16:creationId xmlns:a16="http://schemas.microsoft.com/office/drawing/2014/main" id="{8DD1E2FC-C3AA-1788-EDCC-C25F74352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15816" y="2761396"/>
            <a:ext cx="3528392" cy="1099652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</a:rPr>
              <a:t>Thanks</a:t>
            </a:r>
            <a:r>
              <a:rPr lang="zh-CN" altLang="en-US" sz="5400" b="1" dirty="0">
                <a:solidFill>
                  <a:schemeClr val="bg1"/>
                </a:solidFill>
              </a:rPr>
              <a:t>！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2568"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447675" marR="0" indent="-268605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Char char="¨"/>
          <a:defRPr kumimoji="0" lang="zh-CN" alt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447675" marR="0" indent="-268605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Char char="¨"/>
          <a:defRPr kumimoji="0" lang="zh-CN" alt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5D29359E1A0F449C4C88F45F4878FE" ma:contentTypeVersion="4" ma:contentTypeDescription="Create a new document." ma:contentTypeScope="" ma:versionID="4fcf63629440b644e593720faa743419">
  <xsd:schema xmlns:xsd="http://www.w3.org/2001/XMLSchema" xmlns:xs="http://www.w3.org/2001/XMLSchema" xmlns:p="http://schemas.microsoft.com/office/2006/metadata/properties" xmlns:ns3="845e53a7-6f6a-42e6-917f-c71c666a3f06" targetNamespace="http://schemas.microsoft.com/office/2006/metadata/properties" ma:root="true" ma:fieldsID="1261bb0fd7ed8b79030eabdff89cb973" ns3:_="">
    <xsd:import namespace="845e53a7-6f6a-42e6-917f-c71c666a3f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5e53a7-6f6a-42e6-917f-c71c666a3f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CC310B-5099-49D3-862A-832A82D18C77}">
  <ds:schemaRefs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45e53a7-6f6a-42e6-917f-c71c666a3f06"/>
  </ds:schemaRefs>
</ds:datastoreItem>
</file>

<file path=customXml/itemProps2.xml><?xml version="1.0" encoding="utf-8"?>
<ds:datastoreItem xmlns:ds="http://schemas.openxmlformats.org/officeDocument/2006/customXml" ds:itemID="{F45C8FE6-388C-44AE-BD80-BF7666F2F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5e53a7-6f6a-42e6-917f-c71c666a3f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804B1D-C932-4C49-B061-69742DD015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1027</TotalTime>
  <Words>287</Words>
  <Application>Microsoft Office PowerPoint</Application>
  <PresentationFormat>全屏显示(4:3)</PresentationFormat>
  <Paragraphs>61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华文宋体</vt:lpstr>
      <vt:lpstr>微软雅黑</vt:lpstr>
      <vt:lpstr>Arial</vt:lpstr>
      <vt:lpstr>Arial Black</vt:lpstr>
      <vt:lpstr>Calibri</vt:lpstr>
      <vt:lpstr>Times New Roman</vt:lpstr>
      <vt:lpstr>Wingdings</vt:lpstr>
      <vt:lpstr>Pixel</vt:lpstr>
      <vt:lpstr>玩转LaTex，高效写论文 姜泰 2025-12-17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Thanks！</vt:lpstr>
    </vt:vector>
  </TitlesOfParts>
  <Company>lib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图书购置专项资金 申报书    图书馆</dc:title>
  <dc:creator>tj</dc:creator>
  <cp:lastModifiedBy>3230001876@student.must.edu.mo</cp:lastModifiedBy>
  <cp:revision>655</cp:revision>
  <dcterms:created xsi:type="dcterms:W3CDTF">2005-03-26T04:54:49Z</dcterms:created>
  <dcterms:modified xsi:type="dcterms:W3CDTF">2025-12-16T09:51:05Z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2052-10.1.0.7468</vt:lpwstr>
  </property>
  <property fmtid="{D5CDD505-2E9C-101B-9397-08002B2CF9AE}" pid="3" name="ContentTypeId">
    <vt:lpwstr>0x010100255D29359E1A0F449C4C88F45F4878FE</vt:lpwstr>
  </property>
</Properties>
</file>